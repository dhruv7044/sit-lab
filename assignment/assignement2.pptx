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pad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 spin rx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 Expose rx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5.1. pad nitride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 pad oxide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5.3. sillicon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resiste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sti fill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