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" Type="http://schemas.openxmlformats.org/officeDocument/2006/relationships/handoutMaster" Target="handoutMasters/handoutMaster1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2.1. Silicon Nitride hard mask for Fin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2.2. resist for SiN hard mask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2.3. Expose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2.4. SiN hard mask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2.5. Remove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2.6. Etch for Fin 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2.7. Remove SiN hard mask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3.1. Planar Deposit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3.2. Basic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9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 Gate high 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4.3. Gate metal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4.4. resist for gate metal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4.5. Expose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4.6. metal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4.7. Remove resist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5.1. Spacer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5.2. spacer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A-1.2. Cal_width_spacer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cd_width = 5.023438</a:t>
            </a:r>
          </a:p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A-2.2. Cal_inflection_spacer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CD measurement at (54.999999999999986, 0.0, 54.999999999999986, 37.99999999999999):</a:t>
            </a:r>
          </a:p>
          <a:p>
            <a:r>
              <a:t>  cd_inflection = 4.746361</a:t>
            </a:r>
          </a:p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A-3.2. Cal_thickness_spacer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Metrology results: </a:t>
            </a:r>
          </a:p>
          <a:p>
            <a:r>
              <a:t>Film thickness measurement for ('/Nitrides/Si3N4_LPCVD',) at (55.000000,19.000000):</a:t>
            </a:r>
          </a:p>
          <a:p>
            <a:r>
              <a:t>  thickness_spacer = 53.821739</a:t>
            </a:r>
          </a:p>
          <a:p/>
        </p:txBody>
      </p:sp>
      <p:pic>
        <p:nvPicPr>
          <p:cNvPr id="4" name="Picture Placeholder 3" descr="frame00018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