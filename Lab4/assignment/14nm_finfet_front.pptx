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7" r:id="rId91"/>
    <p:sldId id="338" r:id="rId92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" Type="http://schemas.openxmlformats.org/officeDocument/2006/relationships/commentAuthors" Target="commentAuthors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" Type="http://schemas.openxmlformats.org/officeDocument/2006/relationships/presProps" Target="presProps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" Type="http://schemas.openxmlformats.org/officeDocument/2006/relationships/viewProps" Target="viewProps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" Type="http://schemas.openxmlformats.org/officeDocument/2006/relationships/theme" Target="theme/theme1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" Type="http://schemas.openxmlformats.org/officeDocument/2006/relationships/tableStyles" Target="tableStyles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slide" Target="slides/slide76.xml"/><Relationship Id="rId86" Type="http://schemas.openxmlformats.org/officeDocument/2006/relationships/slide" Target="slides/slide77.xml"/><Relationship Id="rId87" Type="http://schemas.openxmlformats.org/officeDocument/2006/relationships/slide" Target="slides/slide78.xml"/><Relationship Id="rId88" Type="http://schemas.openxmlformats.org/officeDocument/2006/relationships/slide" Target="slides/slide79.xml"/><Relationship Id="rId89" Type="http://schemas.openxmlformats.org/officeDocument/2006/relationships/slide" Target="slides/slide80.xml"/><Relationship Id="rId9" Type="http://schemas.microsoft.com/office/2015/10/relationships/revisionInfo" Target="revisionInfo.xml"/><Relationship Id="rId90" Type="http://schemas.openxmlformats.org/officeDocument/2006/relationships/slide" Target="slides/slide81.xml"/><Relationship Id="rId91" Type="http://schemas.openxmlformats.org/officeDocument/2006/relationships/slide" Target="slides/slide82.xml"/><Relationship Id="rId92" Type="http://schemas.openxmlformats.org/officeDocument/2006/relationships/slide" Target="slides/slide8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8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9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2.1.1. DEP PadOx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2.1.3. DEP PadNit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2.1.5. DEP Mandrel Silicon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2.1.6. DEP MandODL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2.1.7. DEP MandSiARC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2.1.8. DEP MandRes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2.1.9. LTH Mand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2.1.11.1. RIE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2.1.11.2. RIE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2.1.11.3.1. RIE Poly - Basic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2.1.14. RIE MandRes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2.1.15. DEP FinSpcrOx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2.1.16.1. RIE FinSpcrOx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2.2.1. DEP FinCutRes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2.2.2. LTH FinCut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2.2.3. RIE FinCutSpcrOx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2.2.4. RIE FinCutRes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2.2.5. RIE MandSiRem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2.2.6. RIE PadNit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2.2.7. RIE PlanActRes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2.2.8. RIE PadOx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2.2.9.1.1. RIE Fin Si - Anisotropic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2.2.9.1.2. RIE Fin Si - Taper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2.3.1. DEP Screen Oxide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2.3.2. DEP PSPD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2.3.3. DEP PWell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2.3.4. LTH NWell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2.3.5. RIE PSPD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2.3.6. RIE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2.3.7. DEP NSPD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2.3.8. RIE NSPD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2.3.9. RTP Well Drive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2.3.10. RIE 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2.4.1. DEP STI HDP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2.4.2. CMP HDP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2.4.3. RIE STI Recess1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2.4.4. WET HDP Clean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2.4.5. WET PadNit Strip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2.4.6. RIE STI Recess2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2.5.1. DEP SacOx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2.5.3. DEP SacGate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2.5.4. CMP SacGate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2.5.5. DEP GateCapNit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2.5.6. DEP GateCapOx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2.5.7. DEP GateODL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2.5.8. DEP GateSiARC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2.5.9. DEP GateRes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2.5.10. LTH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2.5.11.1. RIE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2.5.11.2. RIE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2.5.11.3. RIE Oxide BT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2.5.11.4.1. RIE Nitride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2.5.12. RIE GateRes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2.5.13. DEP GateCutODL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2.5.14. DEP GateCutSiARC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2.5.15. DEP GateCutRes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2.5.16. LTH GateCut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2.5.17.1. RIE GateCut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2.5.17.2. RIE GateCut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2.5.17.3. RIE GateCut Oxide BT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2.5.17.4. RIE GateCut Nitride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2.5.18. RIE GateCutRes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2.5.19.1. RIE GateFinal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2.5.20. WET Clean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2.6.1.1. DEP PSpacerOx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2.6.1.2. DEP PSpacerNit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2.6.1.3. DEP PSpacerRes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2.6.1.4. LTH PSpacer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2.6.1.5. RIE PSpacer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depth includes the deposited thickness + 10% overetch.</a:t>
            </a:r>
          </a:p>
        </p:txBody>
      </p:sp>
      <p:pic>
        <p:nvPicPr>
          <p:cNvPr id="4" name="Picture Placeholder 3" descr="frame0006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2.6.1.6.1. RIE PSD Recess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2.6.1.7. RIE PSpacerRes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2.6.1.8. WET PRecess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2.6.1.9. EPI SiGe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2.6.2.1. DEP NSpacerNit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2.6.2.2. DEP NSpacerRes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2.6.2.3. LTH NSpacer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2.6.2.4. RIE NSpacer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depth includes the deposited thickness + 10% overetch.</a:t>
            </a:r>
          </a:p>
        </p:txBody>
      </p:sp>
      <p:pic>
        <p:nvPicPr>
          <p:cNvPr id="4" name="Picture Placeholder 3" descr="frame0007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2.6.2.5.1. RIE NSD Recess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2.6.2.6. RIE NSpacerRes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2.6.2.7. WET NRecess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2.6.2.8. EPI SiC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2.6.3. RTA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