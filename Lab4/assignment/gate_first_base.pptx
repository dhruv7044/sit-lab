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SiN hardmask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STI_Trench_Lithography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Etching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Thermal Oxidation of opened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Filling trench with CVD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STI oxide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Removal of SiN hard 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Pad_oxide ramoval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Gate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High k deposition for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NMOS gate metal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gate patterning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gate metal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NMOS PMOS gates final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NMOS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PMOS source and Drain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Source drain metal contacts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Final CMP of ILD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A-1. AL CONCENTRATION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