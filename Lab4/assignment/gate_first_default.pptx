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" Type="http://schemas.openxmlformats.org/officeDocument/2006/relationships/commentAuthors" Target="commentAuthors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" Type="http://schemas.openxmlformats.org/officeDocument/2006/relationships/presProps" Target="presProps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Pad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SiN hardmask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4.1. Photo Resist coating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4.2. Expose STI_Trench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5.1. SiN hardmask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5.2. pad oxide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5.3. substrate silicon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Thermal Oxidation of opened 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Filling trench with CVD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STI oxide CMP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Removal of SiN hard 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Pad_oxide ramoval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Gate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High k deposition for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NMOS gate metal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15.1.1. Photo Resist coating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15.1.2. Expose for NMOS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15.2. NMOS Metal Removal to pattern PMOS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15.3. resist removal after NMOS gate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gate metal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17.1. Final Gate metal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17.2. patterning NMOS AND PMOS  gates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17.3. Expose for NMOS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17.4. W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17.5. TiN/TiAl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17.6. high k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17.7. Gate oxide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17.8. resist removal after gate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18.1. Conformal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18.2. Basic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18.3. Resist pattern for Nmos source and Drain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18.4. Expose resist for source and drain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18.5. NMOS source and drain doping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18.6. resist removal after PMOS gate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19.1. Resist pattern for Nmos source and Drain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19.2. Expose resist for source and drain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19.3. PMOS source and drain doping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19.4. resist removal after PMOS gate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19.5. Diffusion (Requires Advanced Modeling)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20.1. interlayer dielectric depsoition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20.2. ressit pattern for source and Drain metal contacts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20.3. Expose resist for source and drain metal contacts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20.4. source and drain metal cotanct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20.5. resist removal after source drain metal contacts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20.6. TiN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Final CMP of ILD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A-1.1. Model for Dopant Profile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