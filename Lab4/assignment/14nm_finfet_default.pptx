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6" r:id="rId80"/>
    <p:sldId id="327" r:id="rId81"/>
    <p:sldId id="328" r:id="rId82"/>
    <p:sldId id="329" r:id="rId83"/>
    <p:sldId id="330" r:id="rId84"/>
    <p:sldId id="331" r:id="rId85"/>
    <p:sldId id="332" r:id="rId86"/>
    <p:sldId id="333" r:id="rId87"/>
    <p:sldId id="334" r:id="rId88"/>
    <p:sldId id="335" r:id="rId89"/>
    <p:sldId id="336" r:id="rId90"/>
    <p:sldId id="337" r:id="rId91"/>
    <p:sldId id="338" r:id="rId92"/>
  </p:sldIdLst>
  <p:sldSz cx="9144000" cy="6858000" type="screen4x3"/>
  <p:notesSz cx="6858000" cy="90678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9">
          <p15:clr>
            <a:srgbClr val="A4A3A4"/>
          </p15:clr>
        </p15:guide>
        <p15:guide id="2" pos="29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 Yan" initials="J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5BA8"/>
    <a:srgbClr val="1683C4"/>
    <a:srgbClr val="1F5EAD"/>
    <a:srgbClr val="000062"/>
    <a:srgbClr val="223799"/>
    <a:srgbClr val="2F4394"/>
    <a:srgbClr val="4252A7"/>
    <a:srgbClr val="283FAC"/>
    <a:srgbClr val="4A7EBB"/>
    <a:srgbClr val="2962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10" autoAdjust="0"/>
    <p:restoredTop sz="85776" autoAdjust="0"/>
  </p:normalViewPr>
  <p:slideViewPr>
    <p:cSldViewPr snapToGrid="0" showGuides="1">
      <p:cViewPr varScale="1">
        <p:scale>
          <a:sx n="54" d="100"/>
          <a:sy n="54" d="100"/>
        </p:scale>
        <p:origin x="1692" y="72"/>
      </p:cViewPr>
      <p:guideLst>
        <p:guide orient="horz" pos="2119"/>
        <p:guide pos="2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2802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" Type="http://schemas.openxmlformats.org/officeDocument/2006/relationships/handoutMaster" Target="handoutMasters/handoutMaster1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" Type="http://schemas.openxmlformats.org/officeDocument/2006/relationships/commentAuthors" Target="commentAuthors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" Type="http://schemas.openxmlformats.org/officeDocument/2006/relationships/presProps" Target="presProps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" Type="http://schemas.openxmlformats.org/officeDocument/2006/relationships/viewProps" Target="viewProps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slide" Target="slides/slide58.xml"/><Relationship Id="rId68" Type="http://schemas.openxmlformats.org/officeDocument/2006/relationships/slide" Target="slides/slide59.xml"/><Relationship Id="rId69" Type="http://schemas.openxmlformats.org/officeDocument/2006/relationships/slide" Target="slides/slide60.xml"/><Relationship Id="rId7" Type="http://schemas.openxmlformats.org/officeDocument/2006/relationships/theme" Target="theme/theme1.xml"/><Relationship Id="rId70" Type="http://schemas.openxmlformats.org/officeDocument/2006/relationships/slide" Target="slides/slide61.xml"/><Relationship Id="rId71" Type="http://schemas.openxmlformats.org/officeDocument/2006/relationships/slide" Target="slides/slide62.xml"/><Relationship Id="rId72" Type="http://schemas.openxmlformats.org/officeDocument/2006/relationships/slide" Target="slides/slide63.xml"/><Relationship Id="rId73" Type="http://schemas.openxmlformats.org/officeDocument/2006/relationships/slide" Target="slides/slide64.xml"/><Relationship Id="rId74" Type="http://schemas.openxmlformats.org/officeDocument/2006/relationships/slide" Target="slides/slide65.xml"/><Relationship Id="rId75" Type="http://schemas.openxmlformats.org/officeDocument/2006/relationships/slide" Target="slides/slide66.xml"/><Relationship Id="rId76" Type="http://schemas.openxmlformats.org/officeDocument/2006/relationships/slide" Target="slides/slide67.xml"/><Relationship Id="rId77" Type="http://schemas.openxmlformats.org/officeDocument/2006/relationships/slide" Target="slides/slide68.xml"/><Relationship Id="rId78" Type="http://schemas.openxmlformats.org/officeDocument/2006/relationships/slide" Target="slides/slide69.xml"/><Relationship Id="rId79" Type="http://schemas.openxmlformats.org/officeDocument/2006/relationships/slide" Target="slides/slide70.xml"/><Relationship Id="rId8" Type="http://schemas.openxmlformats.org/officeDocument/2006/relationships/tableStyles" Target="tableStyles.xml"/><Relationship Id="rId80" Type="http://schemas.openxmlformats.org/officeDocument/2006/relationships/slide" Target="slides/slide71.xml"/><Relationship Id="rId81" Type="http://schemas.openxmlformats.org/officeDocument/2006/relationships/slide" Target="slides/slide72.xml"/><Relationship Id="rId82" Type="http://schemas.openxmlformats.org/officeDocument/2006/relationships/slide" Target="slides/slide73.xml"/><Relationship Id="rId83" Type="http://schemas.openxmlformats.org/officeDocument/2006/relationships/slide" Target="slides/slide74.xml"/><Relationship Id="rId84" Type="http://schemas.openxmlformats.org/officeDocument/2006/relationships/slide" Target="slides/slide75.xml"/><Relationship Id="rId85" Type="http://schemas.openxmlformats.org/officeDocument/2006/relationships/slide" Target="slides/slide76.xml"/><Relationship Id="rId86" Type="http://schemas.openxmlformats.org/officeDocument/2006/relationships/slide" Target="slides/slide77.xml"/><Relationship Id="rId87" Type="http://schemas.openxmlformats.org/officeDocument/2006/relationships/slide" Target="slides/slide78.xml"/><Relationship Id="rId88" Type="http://schemas.openxmlformats.org/officeDocument/2006/relationships/slide" Target="slides/slide79.xml"/><Relationship Id="rId89" Type="http://schemas.openxmlformats.org/officeDocument/2006/relationships/slide" Target="slides/slide80.xml"/><Relationship Id="rId9" Type="http://schemas.microsoft.com/office/2015/10/relationships/revisionInfo" Target="revisionInfo.xml"/><Relationship Id="rId90" Type="http://schemas.openxmlformats.org/officeDocument/2006/relationships/slide" Target="slides/slide81.xml"/><Relationship Id="rId91" Type="http://schemas.openxmlformats.org/officeDocument/2006/relationships/slide" Target="slides/slide82.xml"/><Relationship Id="rId92" Type="http://schemas.openxmlformats.org/officeDocument/2006/relationships/slide" Target="slides/slide8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7E3E9-3A1E-4098-80EF-7682AF34C971}" type="datetimeFigureOut">
              <a:rPr lang="en-US" smtClean="0"/>
              <a:t>5/29/2018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5FB8F5-2247-450D-B13A-B7A853389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2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74B063E-2DE8-46D6-A686-B4D349703391}" type="datetimeFigureOut">
              <a:rPr lang="en-US"/>
              <a:pPr>
                <a:defRPr/>
              </a:pPr>
              <a:t>5/29/2018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679450"/>
            <a:ext cx="4533900" cy="34004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07205"/>
            <a:ext cx="5486400" cy="4080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1FD9633-A6A3-40B8-ABAA-AECB0954B6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767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52" y="59267"/>
            <a:ext cx="5538248" cy="5564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252952" y="5701835"/>
            <a:ext cx="8637314" cy="892396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1E5BA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252952" y="909536"/>
            <a:ext cx="8637314" cy="4698460"/>
          </a:xfrm>
          <a:prstGeom prst="rect">
            <a:avLst/>
          </a:prstGeom>
        </p:spPr>
        <p:txBody>
          <a:bodyPr tIns="27432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A88FA-E79D-48A7-BAD1-6EFE976F480A}"/>
              </a:ext>
            </a:extLst>
          </p:cNvPr>
          <p:cNvSpPr/>
          <p:nvPr userDrawn="1"/>
        </p:nvSpPr>
        <p:spPr>
          <a:xfrm>
            <a:off x="0" y="-8626"/>
            <a:ext cx="6944263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683C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E743A5E-BA21-475D-8D66-27653E643055}"/>
              </a:ext>
            </a:extLst>
          </p:cNvPr>
          <p:cNvSpPr/>
          <p:nvPr userDrawn="1"/>
        </p:nvSpPr>
        <p:spPr>
          <a:xfrm>
            <a:off x="-8626" y="-8626"/>
            <a:ext cx="6449684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E5BA8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1027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258792" y="59267"/>
            <a:ext cx="5905340" cy="55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7231B-8F22-4819-8903-B7FF02180F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767" y="158537"/>
            <a:ext cx="2078192" cy="4664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 spc="5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900" indent="-339725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Arial" pitchFamily="34" charset="0"/>
        </a:defRPr>
      </a:lvl1pPr>
      <a:lvl2pPr marL="346075" indent="-173038" algn="l" rtl="0" eaLnBrk="0" fontAlgn="base" hangingPunct="0">
        <a:spcBef>
          <a:spcPct val="20000"/>
        </a:spcBef>
        <a:spcAft>
          <a:spcPct val="0"/>
        </a:spcAft>
        <a:buClr>
          <a:srgbClr val="2E6EBC"/>
        </a:buClr>
        <a:buSzPct val="120000"/>
        <a:buFont typeface="Arial" charset="0"/>
        <a:buChar char="•"/>
        <a:defRPr sz="20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Arial" pitchFamily="34" charset="0"/>
        </a:defRPr>
      </a:lvl2pPr>
      <a:lvl3pPr marL="5730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bg1">
              <a:lumMod val="50000"/>
            </a:schemeClr>
          </a:solidFill>
          <a:latin typeface="+mn-lt"/>
          <a:ea typeface="+mn-ea"/>
          <a:cs typeface="Arial" pitchFamily="34" charset="0"/>
        </a:defRPr>
      </a:lvl3pPr>
      <a:lvl4pPr marL="85725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bg1">
              <a:lumMod val="65000"/>
            </a:schemeClr>
          </a:solidFill>
          <a:latin typeface="+mn-lt"/>
          <a:ea typeface="+mn-ea"/>
          <a:cs typeface="Arial" pitchFamily="34" charset="0"/>
        </a:defRPr>
      </a:lvl4pPr>
      <a:lvl5pPr marL="10302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chemeClr val="bg1">
              <a:lumMod val="75000"/>
            </a:schemeClr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4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7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8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4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6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7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8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9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0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Wafer Setup1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2.1.1. DEP PadOx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2.1.3. DEP PadNit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2.1.5. DEP Mandrel Silicon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2.1.6. DEP MandODL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2.1.7. DEP MandSiARC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2.1.8. DEP MandRes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2.1.9. LTH Mand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2.1.11.1. RIE 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2.1.11.2. RIE 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2.1.11.3.1. RIE Poly - Basic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2.1.14. RIE MandRes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2.1.15. DEP FinSpcrOx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2.1.16.1. RIE FinSpcrOx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2.2.1. DEP FinCutRes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2.2.2. LTH FinCut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2.2.3. RIE FinCutSpcrOx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2.2.4. RIE FinCutRes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2.2.5. RIE MandSiRem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2.2.6. RIE PadNit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2.2.7. RIE PlanActRes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2.2.8. RIE PadOx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2.2.9.1.1. RIE Fin Si - Anisotropic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2.2.9.1.2. RIE Fin Si - Taper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2.3.1. DEP Screen Oxide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2.3.2. DEP PSPD Poly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2.3.3. DEP PWell Resist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2.3.4. LTH NWell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2.3.5. RIE PSPD Poly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2.3.6. RIE Resist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2.3.7. DEP NSPD Poly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2.3.8. RIE NSPD Poly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2.3.9. RTP Well Drive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2.3.10. RIE SPD Poly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2.4.1. DEP STI HDP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2.4.2. CMP HDP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2.4.3. RIE STI Recess1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2.4.4. WET HDP Clean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2.4.5. WET PadNit Strip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2.4.6. RIE STI Recess2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2.5.1. DEP SacOx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2.5.3. DEP SacGate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2.5.4. CMP SacGate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2.5.5. DEP GateCapNit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2.5.6. DEP GateCapOx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2.5.7. DEP GateODL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2.5.8. DEP GateSiARC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2.5.9. DEP GateRes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2.5.10. LTH 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2.5.11.1. RIE 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2.5.11.2. RIE 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2.5.11.3. RIE Oxide BT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2.5.11.4.1. RIE Nitride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2.5.12. RIE GateRes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2.5.13. DEP GateCutODL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2.5.14. DEP GateCutSiARC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2.5.15. DEP GateCutRes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2.5.16. LTH GateCut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2.5.17.1. RIE GateCut 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2.5.17.2. RIE GateCut 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2.5.17.3. RIE GateCut Oxide BT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2.5.17.4. RIE GateCut Nitride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2.5.18. RIE GateCutRes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2.5.19.1. RIE GateFinal - Simple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2.5.20. WET Clean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2.6.1.1. DEP PSpacerOx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2.6.1.2. DEP PSpacerNit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2.6.1.3. DEP PSpacerRes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2.6.1.4. LTH PSpacer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2.6.1.5. RIE PSpacer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The depth includes the deposited thickness + 10% overetch.</a:t>
            </a:r>
          </a:p>
        </p:txBody>
      </p:sp>
      <p:pic>
        <p:nvPicPr>
          <p:cNvPr id="4" name="Picture Placeholder 3" descr="frame0006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2.6.1.6.1. RIE PSD Recess - Simple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2.6.1.7. RIE PSpacerRes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2.6.1.8. WET PRecess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2.6.1.9. EPI SiGe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2.6.2.1. DEP NSpacerNit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2.6.2.2. DEP NSpacerRes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2.6.2.3. LTH NSpacer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2.6.2.4. RIE NSpacer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The depth includes the deposited thickness + 10% overetch.</a:t>
            </a:r>
          </a:p>
        </p:txBody>
      </p:sp>
      <p:pic>
        <p:nvPicPr>
          <p:cNvPr id="4" name="Picture Placeholder 3" descr="frame0007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2.6.2.5.1. RIE NSD Recess - Simple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2.6.2.6. RIE NSpacerRes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2.6.2.7. WET NRecess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8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2.6.2.8. EPI SiC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8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2.6.3. RTA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8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D2F2B"/>
      </a:dk2>
      <a:lt2>
        <a:srgbClr val="DEDED7"/>
      </a:lt2>
      <a:accent1>
        <a:srgbClr val="294171"/>
      </a:accent1>
      <a:accent2>
        <a:srgbClr val="748CBC"/>
      </a:accent2>
      <a:accent3>
        <a:srgbClr val="558E24"/>
      </a:accent3>
      <a:accent4>
        <a:srgbClr val="834736"/>
      </a:accent4>
      <a:accent5>
        <a:srgbClr val="5A1705"/>
      </a:accent5>
      <a:accent6>
        <a:srgbClr val="A0A16A"/>
      </a:accent6>
      <a:hlink>
        <a:srgbClr val="74B6BC"/>
      </a:hlink>
      <a:folHlink>
        <a:srgbClr val="7F95A4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chemeClr val="accent1"/>
          </a:solidFill>
        </a:ln>
      </a:spPr>
      <a:bodyPr rtlCol="0" anchor="t"/>
      <a:lstStyle>
        <a:defPP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69953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Coventor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 Breit</dc:creator>
  <cp:lastModifiedBy>Levin, Mikhail</cp:lastModifiedBy>
  <cp:revision>627</cp:revision>
  <cp:lastPrinted>2017-02-23T13:47:46Z</cp:lastPrinted>
  <dcterms:created xsi:type="dcterms:W3CDTF">2011-03-11T14:45:57Z</dcterms:created>
  <dcterms:modified xsi:type="dcterms:W3CDTF">2018-05-29T18:52:39Z</dcterms:modified>
</cp:coreProperties>
</file>