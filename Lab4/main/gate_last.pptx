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"/>
  </p:notesMasterIdLst>
  <p:handoutMasterIdLst>
    <p:handoutMasterId r:id="rId3"/>
  </p:handout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</p:sldIdLst>
  <p:sldSz cx="9144000" cy="6858000" type="screen4x3"/>
  <p:notesSz cx="6858000" cy="90678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9">
          <p15:clr>
            <a:srgbClr val="A4A3A4"/>
          </p15:clr>
        </p15:guide>
        <p15:guide id="2" pos="29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n Yan" initials="JY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5BA8"/>
    <a:srgbClr val="1683C4"/>
    <a:srgbClr val="1F5EAD"/>
    <a:srgbClr val="000062"/>
    <a:srgbClr val="223799"/>
    <a:srgbClr val="2F4394"/>
    <a:srgbClr val="4252A7"/>
    <a:srgbClr val="283FAC"/>
    <a:srgbClr val="4A7EBB"/>
    <a:srgbClr val="2962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810" autoAdjust="0"/>
    <p:restoredTop sz="85776" autoAdjust="0"/>
  </p:normalViewPr>
  <p:slideViewPr>
    <p:cSldViewPr snapToGrid="0" showGuides="1">
      <p:cViewPr varScale="1">
        <p:scale>
          <a:sx n="54" d="100"/>
          <a:sy n="54" d="100"/>
        </p:scale>
        <p:origin x="1692" y="72"/>
      </p:cViewPr>
      <p:guideLst>
        <p:guide orient="horz" pos="2119"/>
        <p:guide pos="29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8" d="100"/>
          <a:sy n="68" d="100"/>
        </p:scale>
        <p:origin x="2802" y="7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" Type="http://schemas.openxmlformats.org/officeDocument/2006/relationships/notesMaster" Target="notesMasters/notesMaster1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3" Type="http://schemas.openxmlformats.org/officeDocument/2006/relationships/handoutMaster" Target="handoutMasters/handoutMaster1.xml"/><Relationship Id="rId4" Type="http://schemas.openxmlformats.org/officeDocument/2006/relationships/commentAuthors" Target="commentAuthors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microsoft.com/office/2015/10/relationships/revisionInfo" Target="revisionInfo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B7E3E9-3A1E-4098-80EF-7682AF34C971}" type="datetimeFigureOut">
              <a:rPr lang="en-US" smtClean="0"/>
              <a:t>5/29/2018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12836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12836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5FB8F5-2247-450D-B13A-B7A853389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329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E74B063E-2DE8-46D6-A686-B4D349703391}" type="datetimeFigureOut">
              <a:rPr lang="en-US"/>
              <a:pPr>
                <a:defRPr/>
              </a:pPr>
              <a:t>5/29/2018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2050" y="679450"/>
            <a:ext cx="4533900" cy="34004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07205"/>
            <a:ext cx="5486400" cy="40805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12836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12836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F1FD9633-A6A3-40B8-ABAA-AECB0954B6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97673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952" y="59267"/>
            <a:ext cx="5538248" cy="55647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252952" y="5701835"/>
            <a:ext cx="8637314" cy="892396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1E5BA8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Picture Placeholder 2"/>
          <p:cNvSpPr>
            <a:spLocks noGrp="1"/>
          </p:cNvSpPr>
          <p:nvPr>
            <p:ph type="pic" idx="1"/>
          </p:nvPr>
        </p:nvSpPr>
        <p:spPr>
          <a:xfrm>
            <a:off x="252952" y="909536"/>
            <a:ext cx="8637314" cy="4698460"/>
          </a:xfrm>
          <a:prstGeom prst="rect">
            <a:avLst/>
          </a:prstGeom>
        </p:spPr>
        <p:txBody>
          <a:bodyPr tIns="274320">
            <a:no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0A88FA-E79D-48A7-BAD1-6EFE976F480A}"/>
              </a:ext>
            </a:extLst>
          </p:cNvPr>
          <p:cNvSpPr/>
          <p:nvPr userDrawn="1"/>
        </p:nvSpPr>
        <p:spPr>
          <a:xfrm>
            <a:off x="0" y="-8626"/>
            <a:ext cx="6944263" cy="719667"/>
          </a:xfrm>
          <a:custGeom>
            <a:avLst/>
            <a:gdLst>
              <a:gd name="connsiteX0" fmla="*/ 0 w 6676845"/>
              <a:gd name="connsiteY0" fmla="*/ 0 h 719667"/>
              <a:gd name="connsiteX1" fmla="*/ 6676845 w 6676845"/>
              <a:gd name="connsiteY1" fmla="*/ 0 h 719667"/>
              <a:gd name="connsiteX2" fmla="*/ 6676845 w 6676845"/>
              <a:gd name="connsiteY2" fmla="*/ 719667 h 719667"/>
              <a:gd name="connsiteX3" fmla="*/ 0 w 6676845"/>
              <a:gd name="connsiteY3" fmla="*/ 719667 h 719667"/>
              <a:gd name="connsiteX4" fmla="*/ 0 w 6676845"/>
              <a:gd name="connsiteY4" fmla="*/ 0 h 719667"/>
              <a:gd name="connsiteX0" fmla="*/ 0 w 6676845"/>
              <a:gd name="connsiteY0" fmla="*/ 0 h 719667"/>
              <a:gd name="connsiteX1" fmla="*/ 6676845 w 6676845"/>
              <a:gd name="connsiteY1" fmla="*/ 0 h 719667"/>
              <a:gd name="connsiteX2" fmla="*/ 6357668 w 6676845"/>
              <a:gd name="connsiteY2" fmla="*/ 719667 h 719667"/>
              <a:gd name="connsiteX3" fmla="*/ 0 w 6676845"/>
              <a:gd name="connsiteY3" fmla="*/ 719667 h 719667"/>
              <a:gd name="connsiteX4" fmla="*/ 0 w 6676845"/>
              <a:gd name="connsiteY4" fmla="*/ 0 h 719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76845" h="719667">
                <a:moveTo>
                  <a:pt x="0" y="0"/>
                </a:moveTo>
                <a:lnTo>
                  <a:pt x="6676845" y="0"/>
                </a:lnTo>
                <a:lnTo>
                  <a:pt x="6357668" y="719667"/>
                </a:lnTo>
                <a:lnTo>
                  <a:pt x="0" y="719667"/>
                </a:lnTo>
                <a:lnTo>
                  <a:pt x="0" y="0"/>
                </a:lnTo>
                <a:close/>
              </a:path>
            </a:pathLst>
          </a:custGeom>
          <a:solidFill>
            <a:srgbClr val="1683C4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dirty="0" err="1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6E743A5E-BA21-475D-8D66-27653E643055}"/>
              </a:ext>
            </a:extLst>
          </p:cNvPr>
          <p:cNvSpPr/>
          <p:nvPr userDrawn="1"/>
        </p:nvSpPr>
        <p:spPr>
          <a:xfrm>
            <a:off x="-8626" y="-8626"/>
            <a:ext cx="6449684" cy="719667"/>
          </a:xfrm>
          <a:custGeom>
            <a:avLst/>
            <a:gdLst>
              <a:gd name="connsiteX0" fmla="*/ 0 w 6676845"/>
              <a:gd name="connsiteY0" fmla="*/ 0 h 719667"/>
              <a:gd name="connsiteX1" fmla="*/ 6676845 w 6676845"/>
              <a:gd name="connsiteY1" fmla="*/ 0 h 719667"/>
              <a:gd name="connsiteX2" fmla="*/ 6676845 w 6676845"/>
              <a:gd name="connsiteY2" fmla="*/ 719667 h 719667"/>
              <a:gd name="connsiteX3" fmla="*/ 0 w 6676845"/>
              <a:gd name="connsiteY3" fmla="*/ 719667 h 719667"/>
              <a:gd name="connsiteX4" fmla="*/ 0 w 6676845"/>
              <a:gd name="connsiteY4" fmla="*/ 0 h 719667"/>
              <a:gd name="connsiteX0" fmla="*/ 0 w 6676845"/>
              <a:gd name="connsiteY0" fmla="*/ 0 h 719667"/>
              <a:gd name="connsiteX1" fmla="*/ 6676845 w 6676845"/>
              <a:gd name="connsiteY1" fmla="*/ 0 h 719667"/>
              <a:gd name="connsiteX2" fmla="*/ 6357668 w 6676845"/>
              <a:gd name="connsiteY2" fmla="*/ 719667 h 719667"/>
              <a:gd name="connsiteX3" fmla="*/ 0 w 6676845"/>
              <a:gd name="connsiteY3" fmla="*/ 719667 h 719667"/>
              <a:gd name="connsiteX4" fmla="*/ 0 w 6676845"/>
              <a:gd name="connsiteY4" fmla="*/ 0 h 719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76845" h="719667">
                <a:moveTo>
                  <a:pt x="0" y="0"/>
                </a:moveTo>
                <a:lnTo>
                  <a:pt x="6676845" y="0"/>
                </a:lnTo>
                <a:lnTo>
                  <a:pt x="6357668" y="719667"/>
                </a:lnTo>
                <a:lnTo>
                  <a:pt x="0" y="719667"/>
                </a:lnTo>
                <a:lnTo>
                  <a:pt x="0" y="0"/>
                </a:lnTo>
                <a:close/>
              </a:path>
            </a:pathLst>
          </a:custGeom>
          <a:solidFill>
            <a:srgbClr val="1E5BA8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dirty="0" err="1"/>
          </a:p>
        </p:txBody>
      </p:sp>
      <p:sp>
        <p:nvSpPr>
          <p:cNvPr id="1027" name="Title Placeholder 1"/>
          <p:cNvSpPr>
            <a:spLocks noGrp="1"/>
          </p:cNvSpPr>
          <p:nvPr userDrawn="1">
            <p:ph type="title"/>
          </p:nvPr>
        </p:nvSpPr>
        <p:spPr bwMode="auto">
          <a:xfrm>
            <a:off x="258792" y="59267"/>
            <a:ext cx="5905340" cy="55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97231B-8F22-4819-8903-B7FF02180FF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8767" y="158537"/>
            <a:ext cx="2078192" cy="46649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000" b="1" kern="1200" spc="50">
          <a:solidFill>
            <a:schemeClr val="bg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342900" indent="-339725" algn="l" rtl="0" eaLnBrk="0" fontAlgn="base" hangingPunct="0">
        <a:spcBef>
          <a:spcPct val="20000"/>
        </a:spcBef>
        <a:spcAft>
          <a:spcPct val="0"/>
        </a:spcAft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Arial" pitchFamily="34" charset="0"/>
        </a:defRPr>
      </a:lvl1pPr>
      <a:lvl2pPr marL="346075" indent="-173038" algn="l" rtl="0" eaLnBrk="0" fontAlgn="base" hangingPunct="0">
        <a:spcBef>
          <a:spcPct val="20000"/>
        </a:spcBef>
        <a:spcAft>
          <a:spcPct val="0"/>
        </a:spcAft>
        <a:buClr>
          <a:srgbClr val="2E6EBC"/>
        </a:buClr>
        <a:buSzPct val="120000"/>
        <a:buFont typeface="Arial" charset="0"/>
        <a:buChar char="•"/>
        <a:defRPr sz="2000" kern="1200">
          <a:solidFill>
            <a:schemeClr val="tx2">
              <a:lumMod val="60000"/>
              <a:lumOff val="40000"/>
            </a:schemeClr>
          </a:solidFill>
          <a:latin typeface="+mn-lt"/>
          <a:ea typeface="+mn-ea"/>
          <a:cs typeface="Arial" pitchFamily="34" charset="0"/>
        </a:defRPr>
      </a:lvl2pPr>
      <a:lvl3pPr marL="573088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kern="1200">
          <a:solidFill>
            <a:schemeClr val="bg1">
              <a:lumMod val="50000"/>
            </a:schemeClr>
          </a:solidFill>
          <a:latin typeface="+mn-lt"/>
          <a:ea typeface="+mn-ea"/>
          <a:cs typeface="Arial" pitchFamily="34" charset="0"/>
        </a:defRPr>
      </a:lvl3pPr>
      <a:lvl4pPr marL="85725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600" kern="1200">
          <a:solidFill>
            <a:schemeClr val="bg1">
              <a:lumMod val="65000"/>
            </a:schemeClr>
          </a:solidFill>
          <a:latin typeface="+mn-lt"/>
          <a:ea typeface="+mn-ea"/>
          <a:cs typeface="Arial" pitchFamily="34" charset="0"/>
        </a:defRPr>
      </a:lvl4pPr>
      <a:lvl5pPr marL="1030288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400" kern="1200">
          <a:solidFill>
            <a:schemeClr val="bg1">
              <a:lumMod val="75000"/>
            </a:schemeClr>
          </a:solidFill>
          <a:latin typeface="+mn-lt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Wafer Setup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0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4" r="4"/>
          <a:stretch>
            <a:fillRect/>
          </a:stretch>
        </p:blipFill>
        <p:spPr/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Pad Oxide Deposition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1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4" r="4"/>
          <a:stretch>
            <a:fillRect/>
          </a:stretch>
        </p:blipFill>
        <p:spPr/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SiN hardmask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2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4" r="4"/>
          <a:stretch>
            <a:fillRect/>
          </a:stretch>
        </p:blipFill>
        <p:spPr/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STI_Trench_Lithography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3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4" r="4"/>
          <a:stretch>
            <a:fillRect/>
          </a:stretch>
        </p:blipFill>
        <p:spPr/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Etching trench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4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4" r="4"/>
          <a:stretch>
            <a:fillRect/>
          </a:stretch>
        </p:blipFill>
        <p:spPr/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resist removal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5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4" r="4"/>
          <a:stretch>
            <a:fillRect/>
          </a:stretch>
        </p:blipFill>
        <p:spPr/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Thermal Oxidation of opened trench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6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4" r="4"/>
          <a:stretch>
            <a:fillRect/>
          </a:stretch>
        </p:blipFill>
        <p:spPr/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Filling trench with CVD oxide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7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4" r="4"/>
          <a:stretch>
            <a:fillRect/>
          </a:stretch>
        </p:blipFill>
        <p:spPr/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STI oxide CMP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8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4" r="4"/>
          <a:stretch>
            <a:fillRect/>
          </a:stretch>
        </p:blipFill>
        <p:spPr/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 Pad_oxide ramoval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r>
              <a:t>Unknown Step Properties: </a:t>
            </a:r>
          </a:p>
          <a:p>
            <a:r>
              <a:t>name: hdm</a:t>
            </a:r>
          </a:p>
          <a:p>
            <a:r>
              <a:t>Num. of attributes: 3</a:t>
            </a:r>
          </a:p>
          <a:p>
            <a:r>
              <a:t>	VersionNumber : 12.2.0.0</a:t>
            </a:r>
          </a:p>
          <a:p>
            <a:r>
              <a:t>	uiHidden : true</a:t>
            </a:r>
          </a:p>
          <a:p>
            <a:r>
              <a:t>	uiHideChildNodes : true</a:t>
            </a:r>
          </a:p>
          <a:p>
            <a:r>
              <a:t>name: simultaneousDeposit</a:t>
            </a:r>
          </a:p>
          <a:p>
            <a:r>
              <a:t>Num. of attributes: 1</a:t>
            </a:r>
          </a:p>
          <a:p>
            <a:r>
              <a:t>	isEnable : false</a:t>
            </a:r>
          </a:p>
          <a:p>
            <a:r>
              <a:t>name: depositMaterial</a:t>
            </a:r>
          </a:p>
          <a:p>
            <a:r>
              <a:t>Num. of attributes: 3</a:t>
            </a:r>
          </a:p>
          <a:p>
            <a:r>
              <a:t>	VersionNumber : 12.2.0.0</a:t>
            </a:r>
          </a:p>
          <a:p>
            <a:r>
              <a:t>	readonly : true</a:t>
            </a:r>
          </a:p>
          <a:p>
            <a:r>
              <a:t>	uiHideChildNodes : true</a:t>
            </a:r>
          </a:p>
          <a:p>
            <a:r>
              <a:t>name: depositRatio</a:t>
            </a:r>
          </a:p>
          <a:p>
            <a:r>
              <a:t>Num. of attributes: 5</a:t>
            </a:r>
          </a:p>
          <a:p>
            <a:r>
              <a:t>	___expression : </a:t>
            </a:r>
          </a:p>
          <a:p>
            <a:r>
              <a:t>	___lastKnownValue : nan.0</a:t>
            </a:r>
          </a:p>
          <a:p>
            <a:r>
              <a:t>	___unitConversionExpr : </a:t>
            </a:r>
          </a:p>
          <a:p>
            <a:r>
              <a:t>	___unitName : nounit</a:t>
            </a:r>
          </a:p>
          <a:p>
            <a:r>
              <a:t>	readonly : true</a:t>
            </a:r>
          </a:p>
          <a:p>
            <a:r>
              <a:t>name: depositIsotropicRatio</a:t>
            </a:r>
          </a:p>
          <a:p>
            <a:r>
              <a:t>Num. of attributes: 5</a:t>
            </a:r>
          </a:p>
          <a:p>
            <a:r>
              <a:t>	___expression : 0</a:t>
            </a:r>
          </a:p>
          <a:p>
            <a:r>
              <a:t>	___lastKnownValue : 0.0</a:t>
            </a:r>
          </a:p>
          <a:p>
            <a:r>
              <a:t>	___unitConversionExpr : </a:t>
            </a:r>
          </a:p>
          <a:p>
            <a:r>
              <a:t>	___unitName : nounit</a:t>
            </a:r>
          </a:p>
          <a:p>
            <a:r>
              <a:t>	readonly : true</a:t>
            </a:r>
          </a:p>
          <a:p>
            <a:r>
              <a:t>name: depositLateralRatio</a:t>
            </a:r>
          </a:p>
          <a:p>
            <a:r>
              <a:t>Num. of attributes: 5</a:t>
            </a:r>
          </a:p>
          <a:p>
            <a:r>
              <a:t>	___expression : 1</a:t>
            </a:r>
          </a:p>
          <a:p>
            <a:r>
              <a:t>	___lastKnownValue : 1.0</a:t>
            </a:r>
          </a:p>
          <a:p>
            <a:r>
              <a:t>	___unitConversionExpr : </a:t>
            </a:r>
          </a:p>
          <a:p>
            <a:r>
              <a:t>	___unitName : nounit</a:t>
            </a:r>
          </a:p>
          <a:p>
            <a:r>
              <a:t>	readonly : true</a:t>
            </a:r>
          </a:p>
          <a:p>
            <a:r>
              <a:t>name: depositSourceSigma</a:t>
            </a:r>
          </a:p>
          <a:p>
            <a:r>
              <a:t>Num. of attributes: 5</a:t>
            </a:r>
          </a:p>
          <a:p>
            <a:r>
              <a:t>	___expression : 100.0</a:t>
            </a:r>
          </a:p>
          <a:p>
            <a:r>
              <a:t>	___lastKnownValue : 100.0</a:t>
            </a:r>
          </a:p>
          <a:p>
            <a:r>
              <a:t>	___unitConversionExpr : </a:t>
            </a:r>
          </a:p>
          <a:p>
            <a:r>
              <a:t>	___unitName : nounit</a:t>
            </a:r>
          </a:p>
          <a:p>
            <a:r>
              <a:t>	readonly : true</a:t>
            </a:r>
          </a:p>
          <a:p>
            <a:r>
              <a:t>name: depositTransport</a:t>
            </a:r>
          </a:p>
          <a:p>
            <a:r>
              <a:t>Num. of attributes: 2</a:t>
            </a:r>
          </a:p>
          <a:p>
            <a:r>
              <a:t>	isEnable : false</a:t>
            </a:r>
          </a:p>
          <a:p>
            <a:r>
              <a:t>	readonly : true</a:t>
            </a:r>
          </a:p>
          <a:p>
            <a:r>
              <a:t>name: conformality</a:t>
            </a:r>
          </a:p>
          <a:p>
            <a:r>
              <a:t>Num. of attributes: 5</a:t>
            </a:r>
          </a:p>
          <a:p>
            <a:r>
              <a:t>	___expression : 0.1</a:t>
            </a:r>
          </a:p>
          <a:p>
            <a:r>
              <a:t>	___lastKnownValue : 0.1</a:t>
            </a:r>
          </a:p>
          <a:p>
            <a:r>
              <a:t>	___unitConversionExpr : </a:t>
            </a:r>
          </a:p>
          <a:p>
            <a:r>
              <a:t>	___unitName : nounit</a:t>
            </a:r>
          </a:p>
          <a:p>
            <a:r>
              <a:t>	readonly : true</a:t>
            </a:r>
          </a:p>
          <a:p>
            <a:r>
              <a:t>name: depositTiltAndTwist</a:t>
            </a:r>
          </a:p>
          <a:p>
            <a:r>
              <a:t>Num. of attributes: 2</a:t>
            </a:r>
          </a:p>
          <a:p>
            <a:r>
              <a:t>	___activeMember : sameAsEtch </a:t>
            </a:r>
          </a:p>
          <a:p>
            <a:r>
              <a:t>	readonly : true</a:t>
            </a:r>
          </a:p>
          <a:p>
            <a:r>
              <a:t>name: sameAsEtch</a:t>
            </a:r>
          </a:p>
          <a:p>
            <a:r>
              <a:t>Num. of attributes: 2</a:t>
            </a:r>
          </a:p>
          <a:p>
            <a:r>
              <a:t>	isEnable : true</a:t>
            </a:r>
          </a:p>
          <a:p>
            <a:r>
              <a:t>	readonly : true</a:t>
            </a:r>
          </a:p>
          <a:p>
            <a:r>
              <a:t>name: fixed</a:t>
            </a:r>
          </a:p>
          <a:p>
            <a:r>
              <a:t>Num. of attributes: 1</a:t>
            </a:r>
          </a:p>
          <a:p>
            <a:r>
              <a:t>	isEnable : true</a:t>
            </a:r>
          </a:p>
          <a:p>
            <a:r>
              <a:t>name: tilt</a:t>
            </a:r>
          </a:p>
          <a:p>
            <a:r>
              <a:t>Num. of attributes: 4</a:t>
            </a:r>
          </a:p>
          <a:p>
            <a:r>
              <a:t>	___expression : 0</a:t>
            </a:r>
          </a:p>
          <a:p>
            <a:r>
              <a:t>	___lastKnownValue : 0.0</a:t>
            </a:r>
          </a:p>
          <a:p>
            <a:r>
              <a:t>	___unitConversionExpr : </a:t>
            </a:r>
          </a:p>
          <a:p>
            <a:r>
              <a:t>	___unitName : nounit</a:t>
            </a:r>
          </a:p>
          <a:p>
            <a:r>
              <a:t>name: twist</a:t>
            </a:r>
          </a:p>
          <a:p>
            <a:r>
              <a:t>Num. of attributes: 4</a:t>
            </a:r>
          </a:p>
          <a:p>
            <a:r>
              <a:t>	___expression : 0</a:t>
            </a:r>
          </a:p>
          <a:p>
            <a:r>
              <a:t>	___lastKnownValue : 0.0</a:t>
            </a:r>
          </a:p>
          <a:p>
            <a:r>
              <a:t>	___unitConversionExpr : </a:t>
            </a:r>
          </a:p>
          <a:p>
            <a:r>
              <a:t>	___unitName : nounit</a:t>
            </a:r>
          </a:p>
          <a:p>
            <a:r>
              <a:t>name: rotating</a:t>
            </a:r>
          </a:p>
          <a:p>
            <a:r>
              <a:t>Num. of attributes: 1</a:t>
            </a:r>
          </a:p>
          <a:p>
            <a:r>
              <a:t>	isEnable : true</a:t>
            </a:r>
          </a:p>
          <a:p>
            <a:r>
              <a:t>name: tilt</a:t>
            </a:r>
          </a:p>
          <a:p>
            <a:r>
              <a:t>Num. of attributes: 4</a:t>
            </a:r>
          </a:p>
          <a:p>
            <a:r>
              <a:t>	___expression : 0</a:t>
            </a:r>
          </a:p>
          <a:p>
            <a:r>
              <a:t>	___lastKnownValue : 0.0</a:t>
            </a:r>
          </a:p>
          <a:p>
            <a:r>
              <a:t>	___unitConversionExpr : </a:t>
            </a:r>
          </a:p>
          <a:p>
            <a:r>
              <a:t>	___unitName : nounit</a:t>
            </a:r>
          </a:p>
          <a:p>
            <a:r>
              <a:t>name: transport</a:t>
            </a:r>
          </a:p>
          <a:p>
            <a:r>
              <a:t>Num. of attributes: 1</a:t>
            </a:r>
          </a:p>
          <a:p>
            <a:r>
              <a:t>	isEnable : false</a:t>
            </a:r>
          </a:p>
          <a:p>
            <a:r>
              <a:t>name: conformality</a:t>
            </a:r>
          </a:p>
          <a:p>
            <a:r>
              <a:t>Num. of attributes: 5</a:t>
            </a:r>
          </a:p>
          <a:p>
            <a:r>
              <a:t>	___expression : 0.1</a:t>
            </a:r>
          </a:p>
          <a:p>
            <a:r>
              <a:t>	___lastKnownValue : 0.1</a:t>
            </a:r>
          </a:p>
          <a:p>
            <a:r>
              <a:t>	___unitConversionExpr : </a:t>
            </a:r>
          </a:p>
          <a:p>
            <a:r>
              <a:t>	___unitName : nounit</a:t>
            </a:r>
          </a:p>
          <a:p>
            <a:r>
              <a:t>	readonly : true</a:t>
            </a:r>
          </a:p>
          <a:p/>
        </p:txBody>
      </p:sp>
      <p:pic>
        <p:nvPicPr>
          <p:cNvPr id="4" name="Picture Placeholder 3" descr="frame00009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4" r="4"/>
          <a:stretch>
            <a:fillRect/>
          </a:stretch>
        </p:blipFill>
        <p:spPr/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12. Deposition_and_Patterning_of_HighK_Dielectric_and_Polygate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10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4" r="4"/>
          <a:stretch>
            <a:fillRect/>
          </a:stretch>
        </p:blipFill>
        <p:spPr/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13. Source_and_Drain_Formation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11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4" r="4"/>
          <a:stretch>
            <a:fillRect/>
          </a:stretch>
        </p:blipFill>
        <p:spPr/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14. ILD_Deposition_and_Polish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12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4" r="4"/>
          <a:stretch>
            <a:fillRect/>
          </a:stretch>
        </p:blipFill>
        <p:spPr/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15. RMG_Pattern_Metal_1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13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4" r="4"/>
          <a:stretch>
            <a:fillRect/>
          </a:stretch>
        </p:blipFill>
        <p:spPr/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16. RMG_Pattern_Metal_2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14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4" r="4"/>
          <a:stretch>
            <a:fillRect/>
          </a:stretch>
        </p:blipFill>
        <p:spPr/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17. Diffusion (Requires Advanced Modeling)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15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4" r="4"/>
          <a:stretch>
            <a:fillRect/>
          </a:stretch>
        </p:blipFill>
        <p:spPr/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2D2F2B"/>
      </a:dk2>
      <a:lt2>
        <a:srgbClr val="DEDED7"/>
      </a:lt2>
      <a:accent1>
        <a:srgbClr val="294171"/>
      </a:accent1>
      <a:accent2>
        <a:srgbClr val="748CBC"/>
      </a:accent2>
      <a:accent3>
        <a:srgbClr val="558E24"/>
      </a:accent3>
      <a:accent4>
        <a:srgbClr val="834736"/>
      </a:accent4>
      <a:accent5>
        <a:srgbClr val="5A1705"/>
      </a:accent5>
      <a:accent6>
        <a:srgbClr val="A0A16A"/>
      </a:accent6>
      <a:hlink>
        <a:srgbClr val="74B6BC"/>
      </a:hlink>
      <a:folHlink>
        <a:srgbClr val="7F95A4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28575">
          <a:solidFill>
            <a:schemeClr val="accent1"/>
          </a:solidFill>
        </a:ln>
      </a:spPr>
      <a:bodyPr rtlCol="0" anchor="t"/>
      <a:lstStyle>
        <a:defPPr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69953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Office Theme</vt:lpstr>
    </vt:vector>
  </TitlesOfParts>
  <Company>Coventor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Stephen Breit</dc:creator>
  <cp:lastModifiedBy>Levin, Mikhail</cp:lastModifiedBy>
  <cp:revision>627</cp:revision>
  <cp:lastPrinted>2017-02-23T13:47:46Z</cp:lastPrinted>
  <dcterms:created xsi:type="dcterms:W3CDTF">2011-03-11T14:45:57Z</dcterms:created>
  <dcterms:modified xsi:type="dcterms:W3CDTF">2018-05-29T18:52:39Z</dcterms:modified>
</cp:coreProperties>
</file>