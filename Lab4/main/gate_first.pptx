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STI_Trench_Lithography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Etching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Thermal Oxidation of opened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Filling trench with CVD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Removal of SiN hard 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Pad_oxide ramoval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r>
              <a:t>Unknown Step Properties: </a:t>
            </a:r>
          </a:p>
          <a:p>
            <a:r>
              <a:t>name: hdm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uiHidden : true</a:t>
            </a:r>
          </a:p>
          <a:p>
            <a:r>
              <a:t>	uiHideChildNodes : true</a:t>
            </a:r>
          </a:p>
          <a:p>
            <a:r>
              <a:t>name: simultaneousDeposit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depositMaterial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readonly : true</a:t>
            </a:r>
          </a:p>
          <a:p>
            <a:r>
              <a:t>	uiHideChildNodes : true</a:t>
            </a:r>
          </a:p>
          <a:p>
            <a:r>
              <a:t>name: depositRatio</a:t>
            </a:r>
          </a:p>
          <a:p>
            <a:r>
              <a:t>Num. of attributes: 5</a:t>
            </a:r>
          </a:p>
          <a:p>
            <a:r>
              <a:t>	___expression : </a:t>
            </a:r>
          </a:p>
          <a:p>
            <a:r>
              <a:t>	___lastKnownValue : nan.0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depositIsotropicRatio</a:t>
            </a:r>
          </a:p>
          <a:p>
            <a:r>
              <a:t>Num. of attributes: 5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depositLateralRatio</a:t>
            </a:r>
          </a:p>
          <a:p>
            <a:r>
              <a:t>Num. of attributes: 5</a:t>
            </a:r>
          </a:p>
          <a:p>
            <a:r>
              <a:t>	___expression : 1</a:t>
            </a:r>
          </a:p>
          <a:p>
            <a:r>
              <a:t>	___lastKnownValue : 1.0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depositSourceSigma</a:t>
            </a:r>
          </a:p>
          <a:p>
            <a:r>
              <a:t>Num. of attributes: 5</a:t>
            </a:r>
          </a:p>
          <a:p>
            <a:r>
              <a:t>	___expression : 100.0</a:t>
            </a:r>
          </a:p>
          <a:p>
            <a:r>
              <a:t>	___lastKnownValue : 100.0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depositTransport</a:t>
            </a:r>
          </a:p>
          <a:p>
            <a:r>
              <a:t>Num. of attributes: 2</a:t>
            </a:r>
          </a:p>
          <a:p>
            <a:r>
              <a:t>	isEnable : false</a:t>
            </a:r>
          </a:p>
          <a:p>
            <a:r>
              <a:t>	readonly : true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depositTiltAndTwist</a:t>
            </a:r>
          </a:p>
          <a:p>
            <a:r>
              <a:t>Num. of attributes: 2</a:t>
            </a:r>
          </a:p>
          <a:p>
            <a:r>
              <a:t>	___activeMember : sameAsEtch </a:t>
            </a:r>
          </a:p>
          <a:p>
            <a:r>
              <a:t>	readonly : true</a:t>
            </a:r>
          </a:p>
          <a:p>
            <a:r>
              <a:t>name: sameAsEtch</a:t>
            </a:r>
          </a:p>
          <a:p>
            <a:r>
              <a:t>Num. of attributes: 2</a:t>
            </a:r>
          </a:p>
          <a:p>
            <a:r>
              <a:t>	isEnable : true</a:t>
            </a:r>
          </a:p>
          <a:p>
            <a:r>
              <a:t>	readonly : true</a:t>
            </a:r>
          </a:p>
          <a:p>
            <a:r>
              <a:t>name: fixed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twist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rotating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transport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Gate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High k deposition for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NMOS gate metal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gate patterning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NMOS PMOS gates final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NMOS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PMOS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Source drain metal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Final CMP of 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