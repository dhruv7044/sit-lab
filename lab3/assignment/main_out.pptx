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</p:sldIdLst>
  <p:sldSz cx="9144000" cy="6858000" type="screen4x3"/>
  <p:notesSz cx="6858000" cy="90678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9">
          <p15:clr>
            <a:srgbClr val="A4A3A4"/>
          </p15:clr>
        </p15:guide>
        <p15:guide id="2" pos="29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 Yan" initials="J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5BA8"/>
    <a:srgbClr val="1683C4"/>
    <a:srgbClr val="1F5EAD"/>
    <a:srgbClr val="000062"/>
    <a:srgbClr val="223799"/>
    <a:srgbClr val="2F4394"/>
    <a:srgbClr val="4252A7"/>
    <a:srgbClr val="283FAC"/>
    <a:srgbClr val="4A7EBB"/>
    <a:srgbClr val="2962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10" autoAdjust="0"/>
    <p:restoredTop sz="85776" autoAdjust="0"/>
  </p:normalViewPr>
  <p:slideViewPr>
    <p:cSldViewPr snapToGrid="0" showGuides="1">
      <p:cViewPr varScale="1">
        <p:scale>
          <a:sx n="54" d="100"/>
          <a:sy n="54" d="100"/>
        </p:scale>
        <p:origin x="1692" y="72"/>
      </p:cViewPr>
      <p:guideLst>
        <p:guide orient="horz" pos="2119"/>
        <p:guide pos="2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2802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7E3E9-3A1E-4098-80EF-7682AF34C971}" type="datetimeFigureOut">
              <a:rPr lang="en-US" smtClean="0"/>
              <a:t>5/29/2018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5FB8F5-2247-450D-B13A-B7A853389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2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74B063E-2DE8-46D6-A686-B4D349703391}" type="datetimeFigureOut">
              <a:rPr lang="en-US"/>
              <a:pPr>
                <a:defRPr/>
              </a:pPr>
              <a:t>5/29/2018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679450"/>
            <a:ext cx="4533900" cy="34004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07205"/>
            <a:ext cx="5486400" cy="4080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1FD9633-A6A3-40B8-ABAA-AECB0954B6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767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52" y="59267"/>
            <a:ext cx="5538248" cy="5564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252952" y="5701835"/>
            <a:ext cx="8637314" cy="892396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1E5BA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252952" y="909536"/>
            <a:ext cx="8637314" cy="4698460"/>
          </a:xfrm>
          <a:prstGeom prst="rect">
            <a:avLst/>
          </a:prstGeom>
        </p:spPr>
        <p:txBody>
          <a:bodyPr tIns="27432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A88FA-E79D-48A7-BAD1-6EFE976F480A}"/>
              </a:ext>
            </a:extLst>
          </p:cNvPr>
          <p:cNvSpPr/>
          <p:nvPr userDrawn="1"/>
        </p:nvSpPr>
        <p:spPr>
          <a:xfrm>
            <a:off x="0" y="-8626"/>
            <a:ext cx="6944263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683C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E743A5E-BA21-475D-8D66-27653E643055}"/>
              </a:ext>
            </a:extLst>
          </p:cNvPr>
          <p:cNvSpPr/>
          <p:nvPr userDrawn="1"/>
        </p:nvSpPr>
        <p:spPr>
          <a:xfrm>
            <a:off x="-8626" y="-8626"/>
            <a:ext cx="6449684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E5BA8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1027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258792" y="59267"/>
            <a:ext cx="5905340" cy="55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7231B-8F22-4819-8903-B7FF02180F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767" y="158537"/>
            <a:ext cx="2078192" cy="4664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 spc="5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900" indent="-339725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Arial" pitchFamily="34" charset="0"/>
        </a:defRPr>
      </a:lvl1pPr>
      <a:lvl2pPr marL="346075" indent="-173038" algn="l" rtl="0" eaLnBrk="0" fontAlgn="base" hangingPunct="0">
        <a:spcBef>
          <a:spcPct val="20000"/>
        </a:spcBef>
        <a:spcAft>
          <a:spcPct val="0"/>
        </a:spcAft>
        <a:buClr>
          <a:srgbClr val="2E6EBC"/>
        </a:buClr>
        <a:buSzPct val="120000"/>
        <a:buFont typeface="Arial" charset="0"/>
        <a:buChar char="•"/>
        <a:defRPr sz="20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Arial" pitchFamily="34" charset="0"/>
        </a:defRPr>
      </a:lvl2pPr>
      <a:lvl3pPr marL="5730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bg1">
              <a:lumMod val="50000"/>
            </a:schemeClr>
          </a:solidFill>
          <a:latin typeface="+mn-lt"/>
          <a:ea typeface="+mn-ea"/>
          <a:cs typeface="Arial" pitchFamily="34" charset="0"/>
        </a:defRPr>
      </a:lvl3pPr>
      <a:lvl4pPr marL="85725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bg1">
              <a:lumMod val="65000"/>
            </a:schemeClr>
          </a:solidFill>
          <a:latin typeface="+mn-lt"/>
          <a:ea typeface="+mn-ea"/>
          <a:cs typeface="Arial" pitchFamily="34" charset="0"/>
        </a:defRPr>
      </a:lvl4pPr>
      <a:lvl5pPr marL="10302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chemeClr val="bg1">
              <a:lumMod val="75000"/>
            </a:schemeClr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Wafer Setup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pad oxide deposition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sin hard mask deposition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lithography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thermal oxidation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sin hardmask strip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Multi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" r="4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D2F2B"/>
      </a:dk2>
      <a:lt2>
        <a:srgbClr val="DEDED7"/>
      </a:lt2>
      <a:accent1>
        <a:srgbClr val="294171"/>
      </a:accent1>
      <a:accent2>
        <a:srgbClr val="748CBC"/>
      </a:accent2>
      <a:accent3>
        <a:srgbClr val="558E24"/>
      </a:accent3>
      <a:accent4>
        <a:srgbClr val="834736"/>
      </a:accent4>
      <a:accent5>
        <a:srgbClr val="5A1705"/>
      </a:accent5>
      <a:accent6>
        <a:srgbClr val="A0A16A"/>
      </a:accent6>
      <a:hlink>
        <a:srgbClr val="74B6BC"/>
      </a:hlink>
      <a:folHlink>
        <a:srgbClr val="7F95A4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chemeClr val="accent1"/>
          </a:solidFill>
        </a:ln>
      </a:spPr>
      <a:bodyPr rtlCol="0" anchor="t"/>
      <a:lstStyle>
        <a:defPP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69953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Coventor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 Breit</dc:creator>
  <cp:lastModifiedBy>Levin, Mikhail</cp:lastModifiedBy>
  <cp:revision>627</cp:revision>
  <cp:lastPrinted>2017-02-23T13:47:46Z</cp:lastPrinted>
  <dcterms:created xsi:type="dcterms:W3CDTF">2011-03-11T14:45:57Z</dcterms:created>
  <dcterms:modified xsi:type="dcterms:W3CDTF">2018-05-29T18:52:39Z</dcterms:modified>
</cp:coreProperties>
</file>